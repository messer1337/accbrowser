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8203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B6D4"/>
                </a:solidFill>
                <a:latin typeface="Arial"/>
              </a:defRPr>
            </a:pPr>
            <a:r>
              <a:t>🏝️ OASIS BROWSER</a:t>
            </a:r>
          </a:p>
          <a:p>
            <a:pPr>
              <a:spcBef>
                <a:spcPts val="15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Платформа мультиакаунтингу та ізольованих профілів нового покоління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Архітектура, технологічний стек, засоби антидетекції та специфіка застосування у ПсО (Психологічних операціях) і OSINT</a:t>
            </a:r>
          </a:p>
          <a:p>
            <a:pPr>
              <a:spcBef>
                <a:spcPts val="3500"/>
              </a:spcBef>
              <a:defRPr sz="1200">
                <a:solidFill>
                  <a:srgbClr val="F59E0B"/>
                </a:solidFill>
                <a:latin typeface="Arial"/>
              </a:defRPr>
            </a:pPr>
            <a:r>
              <a:t>🔒 Конфіденційно • OASIS Team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01 / КОНЦЕПЦІЯ ТА БАЗОВИЙ ФУНКЦІОНАЛ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Огляд Проекту: Що таке OASIS Browser?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🛡️ Повний Anti-Detect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Генерація та підміна цифрових відбитків (Canvas, WebGL, Audio, UA, Timezone). Повна ізоляція мережевого тунелю через проксі без витоків WebRTC.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⚡ Real-time Cloud Sync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Централізована синхронізація профілів, кукі сесій та налаштувань між пристроями команди через Google Cloud Firestore.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👥 Командний Доступ (RBAC)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Розподіл ролей (Admin / Worker). Керівник призначає доступні профілі конкретним операторам у 1 клік.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🔥 Авто-прогрів (Warmup)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Фоновий фармінг довіри (Trust Score) акаунтів через автоматичне відвідування трастових ресурсів (Google, Reddit, Wikipedia).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🎨 Преміальний UI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4 сучасні темні теми (Cyber, Emerald, Sunset, Midnight) з Backdrop Blur та зручним управлінням сесіями.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38328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🔒 Безпечний Бекап (.oasisbak)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Експорт/імпорт бази профілів у зашифрований файл з використанням алгоритму AES-256-GCM та PBKDF2.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02 / ANTI-DETECT &amp; STEALTH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Технічна Архітектура та Логіка Захисту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💻 Технологічний Стек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Core Architecture: Electron 30 + Node.js (Main / Renderer IPC)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Browser Automation: Puppeteer-core + Stealth Plugin + Custom Patching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Fingerprint Engine: fingerprint-generator &amp; fingerprint-injector (Chrome 120+)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Cloud Infrastructure: Firebase Auth + Cloud Firestore + Firebase Hosting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Cryptography: Crypto API, AES-256-GCM, SHA-256, PBKDF2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🛡️ Механізми Ізоляції та Маскування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✔ Профільний карантин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Кожен акаунт запускається у власному ізольованому `--user-data-dir` без спільного кешу чи IndexedDB.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✔ Захист WebRTC IP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Прапор `--force-webrtc-ip-handling-policy=disable_non_proxied_udp` блокує витік справжнього IP оператора.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✔ Fail-Closed Proxying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Параметр `--proxy-bypass-list=&lt;-loopback&gt;` забороняє пряме підключення у разі збою проксі-сервера.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✔ Емуляція Часового Поясу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Часовий пояс браузера динамічно синхронізується з геолокацією IP-адреси проксі.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03 / REAL-TIME CLOUD SYNC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Хмарна Синхронізація та Управління Доступами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Real-Time Cloud Sync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Всі зміни профілів, кукі та проксі зберігаються у Cloud Firestore та синхронізуються між операторами миттєво.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2. Active Holder Lock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Індикатор активності попереджає команду, якщо профілем вже хтось користується, виключаючи дублювання сесій.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3. Smart Cookie Trimming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Авто-очищення рекламного сміття (_ga, _fbp) гарантує дотримання квоти 1MB Firestore без втрати авториз-кукі.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4. Рольова Модель (RBAC)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Admin має повний доступ та розподіляє профілі між Workers. Співробітник бачить тільки призначені йому акаунти.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04 / TACTICAL PSYOPS &amp; INFORMATION WARFARE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Застосування в ПсО (Психологічних Операціях)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🤖 Управління Сіткою Аватарів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Можливість одночасного ведення сотень унікальних цифрових особистостей у FB, X (Twitter), Telegram, Reddit, TikTok без ризику ланцюгового бану (mass ban).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🎭 Висока Довіра (High Trust Score)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Завдяки модулю авто-прогріву (Warmup) акаунти мають реальну історію відвідувань Google/YouTube, що дозволяє проходити антифрод Meta/X як реальні користувачі.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🎯 Координовані Інформаційні Акції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Розподіл акаунтів між операторами підрозділу дозволяє синхронно вкидати або посилювати потрібні нарративи у ворожому інфопросторі.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🛡️ Оперативна Безпека (OPSEC)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Оператор ПсО захищений від деанонімізації: IP проксі, підмінені системи та відсутність прямих зв'язків між акаунтами унеможливлюють виявлення аналітиками противника.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05 / INTELLIGENCE &amp; COVERT RECONNAISSANCE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Застосування в OSINT та Розвідці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► 🔎 Незапобіжна Моніторингова Розвідка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Спостереження за закрито-відкритими ворожими ресурсами, форумами та пабліками без ризику зв'язування сесій аналітиками ворожої контррозвідки.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► 🛡️ Ізоляція Розвідувальних Профілів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Розвідувальна діяльність на різних цільових об'єктах проводиться з повністю незалежних браузерних профілів та гео-проксі, унеможливлюючи побудову графа розвідника.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► 📦 Швидка Передача Моніторингових Баз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Завдяки зашифрованим бекапам (.oasisbak), оператор може передати сформований розвідувальний профіль (з відкритими сесіями та кукі) іншому аналітику за декілька секунд.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► ⚡ Протидія Анти-OSINT Системам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Автоматична підміна TLS/JA3 відбитків та HTTP-заголовків дозволяє обходити захисти Cloudflare, Incapsula та спеціалізовані системи моніторингу заходів.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06 / ADVANTAGES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Порівняння та Підсумок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🏆 Ключові Переваги OASIS Browser для Спецпідрозділів:</a:t>
            </a:r>
          </a:p>
          <a:p>
            <a:pPr>
              <a:spcBef>
                <a:spcPts val="1200"/>
              </a:spcBef>
              <a:defRPr sz="1500" b="1">
                <a:solidFill>
                  <a:srgbClr val="06B6D4"/>
                </a:solidFill>
              </a:defRPr>
            </a:pPr>
            <a:r>
              <a:t>✔ 100% Автономність та Безпека Даних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Відсутність третіх сторін / комерційних серверів. База даних зберігається у власному Firebase інстансі з повним контролем правил розмежування.</a:t>
            </a:r>
          </a:p>
          <a:p>
            <a:pPr>
              <a:spcBef>
                <a:spcPts val="1200"/>
              </a:spcBef>
              <a:defRPr sz="1500" b="1">
                <a:solidFill>
                  <a:srgbClr val="06B6D4"/>
                </a:solidFill>
              </a:defRPr>
            </a:pPr>
            <a:r>
              <a:t>✔ Нульова Вартість Ліцензування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Не вимагає щомісячної передплати (на відміну від AdsPower, GoLogin, Multilogin, які коштують від $100-$500/міс на команду).</a:t>
            </a:r>
          </a:p>
          <a:p>
            <a:pPr>
              <a:spcBef>
                <a:spcPts val="1200"/>
              </a:spcBef>
              <a:defRPr sz="1500" b="1">
                <a:solidFill>
                  <a:srgbClr val="06B6D4"/>
                </a:solidFill>
              </a:defRPr>
            </a:pPr>
            <a:r>
              <a:t>✔ Спеціалізація під Задачі ПсО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Інтегрований функціонал фонового прогріву акаунтів, швидкої зміни проксі, Active Holder та зашифрованого розповсюдження конфігів.</a:t>
            </a:r>
          </a:p>
          <a:p>
            <a:pPr>
              <a:spcBef>
                <a:spcPts val="1200"/>
              </a:spcBef>
              <a:defRPr sz="1500" b="1">
                <a:solidFill>
                  <a:srgbClr val="06B6D4"/>
                </a:solidFill>
              </a:defRPr>
            </a:pPr>
            <a:r>
              <a:t>✔ Готовність до Масштабування</a:t>
            </a:r>
          </a:p>
          <a:p>
            <a:pPr>
              <a:spcBef>
                <a:spcPts val="300"/>
              </a:spcBef>
              <a:defRPr sz="1300">
                <a:solidFill>
                  <a:srgbClr val="F8FAFC"/>
                </a:solidFill>
              </a:defRPr>
            </a:pPr>
            <a:r>
              <a:t>Можливість миттєвого додавання нових операторів та розгортання на macOS / Windows без складної конфігурації.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